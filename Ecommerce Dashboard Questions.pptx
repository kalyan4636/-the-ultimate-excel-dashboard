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Dashboard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questions, KPIs, slicers and charts for Excel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Session  |  Data: Jan 1 - Mar 29,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KPI Cards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2,400 transactions, 20 products, 5 order modes, with gender, state/county, ratings, dates, quantity, amount and delivery days.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201168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11,997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201168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49040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$649,019.80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201168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3.96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201168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0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DAYS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Questions 1-5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920240"/>
                <a:gridCol w="1737360"/>
                <a:gridCol w="18288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are sales performing over time?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Amount, Orders, 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Date, Weeknum,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chart: weekly sales trend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customers prefer to buy?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Orders, Sales Amount, % of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Mode, Gender,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Donut/bar: App, Website, Target.com, Instagram, Partner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products sell the most?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Sold, Orders, Sales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Product, Order Mode, Gender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bar: Top 10 by 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products earn the most revenue?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Avg Unit Price, 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Product, Order Date, Order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bar: Top 10 by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gender distribution?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Orders, Sales, 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Gender, Product, Order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Donut: Male, Female, 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Questions 6-10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920240"/>
                <a:gridCol w="1737360"/>
                <a:gridCol w="18288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are customers located?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Orders, Sales, 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County, Product, Gender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Bar: Top counties by sales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fast do we deliver?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Avg/Max Days,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Date, Product, Order Mode, County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Column: Delivery days distribution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satisfied are customers?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Rating, Rating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Rating, Product, Gender, Order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Column: Rating 1-5 distribution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items per order?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Qty, Avg Qty/Order,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Product, Gender, Order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Column: Quantity by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product x channel combo wins?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Orders, Quantity, Avg 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Product, Order Mode, Gender, County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bar / matrix heatmap: Product x Order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 Slicers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03120" y="137160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03120" y="1371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49040" y="137160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49040" y="1371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0" y="137160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0" y="1371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137160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1371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slicers limited so the dashboard stays uncluttered.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 Jan 1 - Mar 29, 2025, so a Week/Month trend slicer is also useful.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Dashboard 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Total Orders | Total Quantity | Total Sales | Avg Rating | Avg Delivery Days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10058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20240"/>
            <a:ext cx="40233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MIDDLE: Weekly Sales Trend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920240"/>
            <a:ext cx="4023360" cy="10058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920240"/>
            <a:ext cx="40233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MIDDLE: Sales by Order Mode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975104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108960"/>
            <a:ext cx="197510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Top 10 Products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32888" y="3108960"/>
            <a:ext cx="1975104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32888" y="3108960"/>
            <a:ext cx="197510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Customer Gender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08576" y="3108960"/>
            <a:ext cx="1975104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08576" y="3108960"/>
            <a:ext cx="197510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Top Counties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84264" y="3108960"/>
            <a:ext cx="1975104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84264" y="3108960"/>
            <a:ext cx="197510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Rating Distribution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top / middle / bottom flow makes the workbook read like a professional business dashboard, not a collection of charts.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2026-10-01T15:54:36Z</dcterms:created>
  <dcterms:modified xsi:type="dcterms:W3CDTF">2026-10-01T15:54:36Z</dcterms:modified>
</cp:coreProperties>
</file>